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1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1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8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24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4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0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98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5712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5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41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49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92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13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88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NewsBot</a:t>
            </a:r>
            <a:r>
              <a:rPr dirty="0"/>
              <a:t> Intelligence System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Final Project – ITAI 2373</a:t>
            </a:r>
          </a:p>
          <a:p>
            <a:r>
              <a:rPr dirty="0"/>
              <a:t>Advanced NLP Integration and Analysis Platform</a:t>
            </a:r>
          </a:p>
          <a:p>
            <a:r>
              <a:rPr dirty="0"/>
              <a:t>Erwin Cheng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volumes of news are difficult to analyze manually</a:t>
            </a:r>
          </a:p>
          <a:p>
            <a:r>
              <a:t>Need for intelligent, real-time NLP-driven insights</a:t>
            </a:r>
          </a:p>
          <a:p>
            <a:r>
              <a:t>Goal: build a production-ready News Intelligence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Processes raw news text (no static datasets required)</a:t>
            </a:r>
          </a:p>
          <a:p>
            <a:r>
              <a:t>Modular NLP architecture</a:t>
            </a:r>
          </a:p>
          <a:p>
            <a:r>
              <a:t>Interactive and conversational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Modular, scalable pipeline</a:t>
            </a:r>
          </a:p>
          <a:p>
            <a:r>
              <a:t>Each NLP component operates independently</a:t>
            </a:r>
          </a:p>
          <a:p>
            <a:r>
              <a:t>Integrated end-to-end via a conversational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A: Content Analysis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Multi-level news classification with confidence scoring</a:t>
            </a:r>
          </a:p>
          <a:p>
            <a:r>
              <a:t>Sentiment analysis and emotional tone tracking</a:t>
            </a:r>
          </a:p>
          <a:p>
            <a:r>
              <a:t>Named Entity Recognition (NER)</a:t>
            </a:r>
          </a:p>
          <a:p>
            <a:r>
              <a:t>Topic discovery using LDA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Module B: Language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Transformer-based text summarization</a:t>
            </a:r>
          </a:p>
          <a:p>
            <a:r>
              <a:t>Insight generation from sentiment and entities</a:t>
            </a:r>
          </a:p>
          <a:p>
            <a:r>
              <a:t>Semantic understanding of article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C: Multilingual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language detection</a:t>
            </a:r>
          </a:p>
          <a:p>
            <a:r>
              <a:t>Translation to English</a:t>
            </a:r>
          </a:p>
          <a:p>
            <a:r>
              <a:t>Cross-lingual sentiment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D: Conversational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Natural language user queries</a:t>
            </a:r>
          </a:p>
          <a:p>
            <a:r>
              <a:t>Intent classification</a:t>
            </a:r>
          </a:p>
          <a:p>
            <a:r>
              <a:t>Context-aware response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Paste a news article</a:t>
            </a:r>
          </a:p>
          <a:p>
            <a:r>
              <a:t>Ask natural language questions</a:t>
            </a:r>
          </a:p>
          <a:p>
            <a:r>
              <a:t>Receive summaries, insights, and classifications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manual analysis time</a:t>
            </a:r>
          </a:p>
          <a:p>
            <a:r>
              <a:t>Supports global intelligence monitoring</a:t>
            </a:r>
          </a:p>
          <a:p>
            <a:r>
              <a:t>Scales using pretrained models</a:t>
            </a:r>
          </a:p>
          <a:p>
            <a:r>
              <a:t>Low operational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Hugging Face Transformers</a:t>
            </a:r>
          </a:p>
          <a:p>
            <a:r>
              <a:t>spaCy</a:t>
            </a:r>
          </a:p>
          <a:p>
            <a:r>
              <a:t>scikit-learn</a:t>
            </a:r>
          </a:p>
          <a:p>
            <a:r>
              <a:t>NLTK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multiple NLP dependencies</a:t>
            </a:r>
          </a:p>
          <a:p>
            <a:r>
              <a:t>Ensuring modular integration</a:t>
            </a:r>
          </a:p>
          <a:p>
            <a:r>
              <a:t>Balancing performance and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news ingestion</a:t>
            </a:r>
          </a:p>
          <a:p>
            <a:r>
              <a:t>Model fine-tuning for specific domains</a:t>
            </a:r>
          </a:p>
          <a:p>
            <a:r>
              <a:t>Web-based interface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in pretrained language models</a:t>
            </a:r>
          </a:p>
          <a:p>
            <a:r>
              <a:t>Responsible AI usage</a:t>
            </a:r>
          </a:p>
          <a:p>
            <a:r>
              <a:t>Transparency in automated analysis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239</Words>
  <Application>Microsoft Office PowerPoint</Application>
  <PresentationFormat>On-screen Show (4:3)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NewsBot Intelligence System 2.0</vt:lpstr>
      <vt:lpstr>Project Motivation</vt:lpstr>
      <vt:lpstr>System Overview</vt:lpstr>
      <vt:lpstr>Architecture Overview</vt:lpstr>
      <vt:lpstr>Module A: Content Analysis Engine</vt:lpstr>
      <vt:lpstr>Module B: Language Understanding</vt:lpstr>
      <vt:lpstr>Module C: Multilingual Intelligence</vt:lpstr>
      <vt:lpstr>Module D: Conversational Interface</vt:lpstr>
      <vt:lpstr>Live System Demonstration</vt:lpstr>
      <vt:lpstr>Business Value</vt:lpstr>
      <vt:lpstr>Technical Stack</vt:lpstr>
      <vt:lpstr>Challenges &amp; Solutions</vt:lpstr>
      <vt:lpstr>Future Enhancements</vt:lpstr>
      <vt:lpstr>Ethical Considerations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NewsBot Intelligence System 2.0</dc:title>
  <dc:subject/>
  <dc:creator/>
  <cp:keywords/>
  <dc:description>generated using python-pptx</dc:description>
  <cp:lastModifiedBy>Erwin</cp:lastModifiedBy>
  <cp:revision>3</cp:revision>
  <dcterms:created xsi:type="dcterms:W3CDTF">2013-01-27T09:14:16Z</dcterms:created>
  <dcterms:modified xsi:type="dcterms:W3CDTF">2025-12-08T05:29:49Z</dcterms:modified>
  <cp:category/>
</cp:coreProperties>
</file>